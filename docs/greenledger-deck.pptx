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6B4A"/>
                </a:solidFill>
                <a:latin typeface="Calibri"/>
              </a:rPr>
              <a:t>GOOGLE CLOUD AI BUILDER CUP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2024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0B1F33"/>
                </a:solidFill>
                <a:latin typeface="Calibri"/>
              </a:rPr>
              <a:t>GreenLedger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An auditable ESG disclosure agent for JAPAC SMEs.
Messy bills in. Cited IFRS S2 draft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6770"/>
                </a:solidFill>
                <a:latin typeface="Calibri"/>
              </a:rPr>
              <a:t>Track: Sustainability &amp; Social Impact    ·    Team GreenLedger
Judging: Technical 40%  ·  Impact 25%  ·  Innovation 25%  ·  UX 10%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6B4A"/>
                </a:solidFill>
                <a:latin typeface="Calibri"/>
              </a:rPr>
              <a:t>01  /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Calibri"/>
              </a:rPr>
              <a:t>Climate disclosure is now a supply-chain tax on SMEs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5740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SGX, HKEX, SSBJ and AASB S2 push IFRS S2-aligned reporting from FY2025 — then buyers push it down the chain.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A consulting-led GHG inventory still costs thousands of dollars and weeks. SMEs do not have ERP feeds.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They have a shoebox: electricity bills, diesel logs, flight CSVs, waste memos, commute surveys.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If the SME cannot produce a cited inventory, the listed buyer cannot defend Scope 3.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The gap is not another chatbot. It is turning messy source documents into numbers a reviewer can trace.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6B4A"/>
                </a:solidFill>
                <a:latin typeface="Calibri"/>
              </a:rPr>
              <a:t>02  /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Calibri"/>
              </a:rPr>
              <a:t>Six agents. Human in the loop. Not a chat window.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57400"/>
            <a:ext cx="361188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6B4A"/>
                </a:solidFill>
                <a:latin typeface="Calibri"/>
              </a:rPr>
              <a:t>1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Gemini multimodal extract + verbatim excerpt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057400"/>
            <a:ext cx="361188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28600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6B4A"/>
                </a:solidFill>
                <a:latin typeface="Calibri"/>
              </a:rPr>
              <a:t>2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78892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Confirm, edit or reject before totals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2057400"/>
            <a:ext cx="361188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28600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6B4A"/>
                </a:solidFill>
                <a:latin typeface="Calibri"/>
              </a:rPr>
              <a:t>3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78892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Select a curated factor — never invent 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14800"/>
            <a:ext cx="361188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4340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6B4A"/>
                </a:solidFill>
                <a:latin typeface="Calibri"/>
              </a:rPr>
              <a:t>4 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4632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IFRS S2 / GHG Protocol holes, capped at six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4114800"/>
            <a:ext cx="361188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34340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6B4A"/>
                </a:solidFill>
                <a:latin typeface="Calibri"/>
              </a:rPr>
              <a:t>5 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84632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Disclosure markdown with [A#] citations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4114800"/>
            <a:ext cx="361188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D8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434340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6B4A"/>
                </a:solidFill>
                <a:latin typeface="Calibri"/>
              </a:rPr>
              <a:t>6 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84632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Grounded assurance Q&amp;A, cited answers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6B4A"/>
                </a:solidFill>
                <a:latin typeface="Calibri"/>
              </a:rPr>
              <a:t>03  /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Calibri"/>
              </a:rPr>
              <a:t>Fail-closed mapping + an append-only audit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FastAPI agents in pipeline.py; orchestration, IDs, totals in orchestrator.py.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React / Vite six-step UI: Upload → Review → Emissions → Gaps → Report → Ask.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Factor library is bundled JSON (illustrative EPA/DEFRA-style). Unknown factor_id is dropped.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Default activity status is pending. Rejected rows never enter totals.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Claim is narrow: audit-grade draft — not a certified verification opinion.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Offline Mock mode if no GEMINI_API_KEY; live Gemini when a key is 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6B4A"/>
                </a:solidFill>
                <a:latin typeface="Calibri"/>
              </a:rPr>
              <a:t>04  /  TECHNICAL  40%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Calibri"/>
              </a:rPr>
              <a:t>Why Gemini and Google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Multimodal structured extraction: text, CSV, PDF and image bytes → JSON schema, not free prose.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Constrained tool-use: the model may pick a factor_id that exists. Invented IDs never land in the inventory.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Reproducible line: quantity × cited factor. Click [A#] to the source excerpt.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Intended runtime: Cloud Run in asia-southeast1; Gemini key in Secret Manager.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Honest status (6 Oct 2026): project greenledger-aibc is active but billing is off — no public URL yet.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6B4A"/>
                </a:solidFill>
                <a:latin typeface="Calibri"/>
              </a:rPr>
              <a:t>05  /  LIVE GEMINI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Calibri"/>
              </a:rPr>
              <a:t>GreenLeaf Trading Co. — verified sample pack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03120"/>
            <a:ext cx="2697480" cy="21031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2697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8328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4F1EA"/>
                </a:solidFill>
                <a:latin typeface="Calibri"/>
              </a:rPr>
              <a:t>activity records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2103120"/>
            <a:ext cx="2697480" cy="21031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286000"/>
            <a:ext cx="2697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13.69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38328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4F1EA"/>
                </a:solidFill>
                <a:latin typeface="Calibri"/>
              </a:rPr>
              <a:t>tCO2e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103120"/>
            <a:ext cx="2697480" cy="21031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286000"/>
            <a:ext cx="2697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5–6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38328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4F1EA"/>
                </a:solidFill>
                <a:latin typeface="Calibri"/>
              </a:rPr>
              <a:t>IFRS S2 gaps (on-screen)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2103120"/>
            <a:ext cx="2697480" cy="21031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286000"/>
            <a:ext cx="2697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S1/S2/S3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38328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4F1EA"/>
                </a:solidFill>
                <a:latin typeface="Calibri"/>
              </a:rPr>
              <a:t>2.91 / 2.51 / 8.27 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8056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6770"/>
                </a:solidFill>
                <a:latin typeface="Calibri"/>
              </a:rPr>
              <a:t>Gemini total is stable across 27 Sep (commit 2c654a8) and 6 Oct 2026 re-run.
Gap count drifted 6 → 5. In the video, read the on-screen gap count.
Mock mode on the same files: 14.00 tCO2e / 4 canned gaps — do not mix modes.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6B4A"/>
                </a:solidFill>
                <a:latin typeface="Calibri"/>
              </a:rPr>
              <a:t>06  /  IMPACT 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Calibri"/>
              </a:rPr>
              <a:t>Built for the firms the value chain actually runs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Who: SME finance and ops leads answering IFRS S2-style questionnaires without an ESG department.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Demo scale: six synthetic source documents; minutes, not weeks.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Unit of work is the source document. Citations and the audit trail are the product.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Scale path: swap locale factor packs (SG / HK / JP / AU grid). Keep the pipeline.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Commercial wedge: per-report SaaS; later white-label for financed-emissions evidence. The hackathon artifact is the working agent.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6B4A"/>
                </a:solidFill>
                <a:latin typeface="Calibri"/>
              </a:rPr>
              <a:t>07  /  JUDGE PATH  90s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Calibri"/>
              </a:rPr>
              <a:t>Load sample → extract → confirm → map → totals → gaps → cite →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Load sample company (or swap electricity/gas PDFs for a multimodal take).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Run Ingestion Agent. Confirm or correct rows. Mapping Agent cannot invent factors.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Read 13.69 tCO2e when the badge says Gemini. Then run gaps and open one [A#] chip.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Ask: “Which records drive Scope 2?” — answer is grounded and cited (demo: A4).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Every pipeline action is in the audit-trail drawer.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6B4A"/>
                </a:solidFill>
                <a:latin typeface="Calibri"/>
              </a:rPr>
              <a:t>08  / 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Calibri"/>
              </a:rPr>
              <a:t>GreenLedger — recruiting to 2–4 by 11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Leader / backend &amp; AI: FENG YIGEN (confirmed) — Hangzhou, JAPAC. Through the 4 Dec finale.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Open: frontend / full-stack. Open: English narrative. Optional: ESG factor-library review.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Platform rule: at least two members to submit. Waitlisted extra accounts cannot Accept yet.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This deck does not list people who have not joined.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6B4A"/>
                </a:solidFill>
                <a:latin typeface="Calibri"/>
              </a:rPr>
              <a:t>09  / 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1F33"/>
                </a:solidFill>
                <a:latin typeface="Calibri"/>
              </a:rPr>
              <a:t>Disclosure-grade sustainability, without an ESG 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Prototype URL: pending Cloud Run (billing / contest credits).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Video: local MP4 via demo.storyboard.json — not uploaded until the captain posts YouTube/Vimeo/Drive.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Proposal: docs/proposal.pdf    ·    This deck: docs/greenledger-deck.pptx + .pdf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Public GitHub: required by FAQ; no remote created yet.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6B4A"/>
                </a:solidFill>
                <a:latin typeface="Calibri"/>
              </a:rPr>
              <a:t>GreenLedger  ·  Sustainability &amp; Social Impact  ·  AI Builder Cup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